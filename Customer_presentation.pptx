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19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94C-45BE-43E1-85AE-F713AA2EA2D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12514-9F0C-47CC-B11A-B38480F6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7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94C-45BE-43E1-85AE-F713AA2EA2D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12514-9F0C-47CC-B11A-B38480F6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65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94C-45BE-43E1-85AE-F713AA2EA2D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12514-9F0C-47CC-B11A-B38480F6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40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94C-45BE-43E1-85AE-F713AA2EA2D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12514-9F0C-47CC-B11A-B38480F6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30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94C-45BE-43E1-85AE-F713AA2EA2D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12514-9F0C-47CC-B11A-B38480F6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67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94C-45BE-43E1-85AE-F713AA2EA2D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12514-9F0C-47CC-B11A-B38480F6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59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94C-45BE-43E1-85AE-F713AA2EA2D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12514-9F0C-47CC-B11A-B38480F6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72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94C-45BE-43E1-85AE-F713AA2EA2D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12514-9F0C-47CC-B11A-B38480F6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94C-45BE-43E1-85AE-F713AA2EA2D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12514-9F0C-47CC-B11A-B38480F6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0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94C-45BE-43E1-85AE-F713AA2EA2D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12514-9F0C-47CC-B11A-B38480F6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53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94C-45BE-43E1-85AE-F713AA2EA2D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12514-9F0C-47CC-B11A-B38480F6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9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CD94C-45BE-43E1-85AE-F713AA2EA2D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12514-9F0C-47CC-B11A-B38480F6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23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" y="8092"/>
            <a:ext cx="121907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061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2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069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0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44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6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0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92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4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3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2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28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1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915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1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50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</cp:revision>
  <dcterms:created xsi:type="dcterms:W3CDTF">2025-12-07T17:27:56Z</dcterms:created>
  <dcterms:modified xsi:type="dcterms:W3CDTF">2025-12-07T17:31:14Z</dcterms:modified>
</cp:coreProperties>
</file>